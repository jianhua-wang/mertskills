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/>
  <p:notesSz cx="6858000" cy="9144000"/>
  <p:defaultTextStyle>
    <a:defPPr>
      <a:defRPr lang="en-US"/>
    </a:defPPr>
    <a:lvl1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2pPr>
    <a:lvl3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3pPr>
    <a:lvl4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4pPr>
    <a:lvl5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7pPr>
    <a:lvl8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8pPr>
    <a:lvl9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 (kicker)"/>
          <p:cNvSpPr>
            <a:spLocks noGrp="1"/>
          </p:cNvSpPr>
          <p:nvPr>
            <p:ph type="body" idx="13" hasCustomPrompt="1"/>
          </p:nvPr>
        </p:nvSpPr>
        <p:spPr>
          <a:xfrm>
            <a:off x="822960" y="1691640"/>
            <a:ext cx="10545775" cy="2743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kern="1200" cap="all" spc="1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Event · date</a:t>
            </a:r>
          </a:p>
        </p:txBody>
      </p:sp>
      <p:sp>
        <p:nvSpPr>
          <p:cNvPr id="3" name="Title 2 (title)"/>
          <p:cNvSpPr>
            <a:spLocks noGrp="1"/>
          </p:cNvSpPr>
          <p:nvPr>
            <p:ph type="ctrTitle" hasCustomPrompt="1"/>
          </p:nvPr>
        </p:nvSpPr>
        <p:spPr>
          <a:xfrm>
            <a:off x="822960" y="2057400"/>
            <a:ext cx="10545775" cy="1188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Talk title</a:t>
            </a:r>
          </a:p>
        </p:txBody>
      </p:sp>
      <p:sp>
        <p:nvSpPr>
          <p:cNvPr id="4" name="Subtitle 3 (subtitle)"/>
          <p:cNvSpPr>
            <a:spLocks noGrp="1"/>
          </p:cNvSpPr>
          <p:nvPr>
            <p:ph type="subTitle" idx="1" hasCustomPrompt="1"/>
          </p:nvPr>
        </p:nvSpPr>
        <p:spPr>
          <a:xfrm>
            <a:off x="822960" y="3429000"/>
            <a:ext cx="10545775" cy="6858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5" name="Text 4 (authors)"/>
          <p:cNvSpPr>
            <a:spLocks noGrp="1"/>
          </p:cNvSpPr>
          <p:nvPr>
            <p:ph type="body" idx="14" hasCustomPrompt="1"/>
          </p:nvPr>
        </p:nvSpPr>
        <p:spPr>
          <a:xfrm>
            <a:off x="822960" y="4526280"/>
            <a:ext cx="10545775" cy="548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Presenter, co-authors</a:t>
            </a:r>
          </a:p>
        </p:txBody>
      </p:sp>
      <p:sp>
        <p:nvSpPr>
          <p:cNvPr id="6" name="Text 5 (affiliation)"/>
          <p:cNvSpPr>
            <a:spLocks noGrp="1"/>
          </p:cNvSpPr>
          <p:nvPr>
            <p:ph type="body" idx="15" hasCustomPrompt="1"/>
          </p:nvPr>
        </p:nvSpPr>
        <p:spPr>
          <a:xfrm>
            <a:off x="822960" y="5120640"/>
            <a:ext cx="10545775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Affiliation</a:t>
            </a: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Pa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 (kicker)"/>
          <p:cNvSpPr>
            <a:spLocks noGrp="1"/>
          </p:cNvSpPr>
          <p:nvPr>
            <p:ph type="body" idx="13" hasCustomPrompt="1"/>
          </p:nvPr>
        </p:nvSpPr>
        <p:spPr>
          <a:xfrm>
            <a:off x="822960" y="1371600"/>
            <a:ext cx="6583680" cy="2743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kern="1200" cap="all" spc="1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Journal club · date</a:t>
            </a:r>
          </a:p>
        </p:txBody>
      </p:sp>
      <p:sp>
        <p:nvSpPr>
          <p:cNvPr id="3" name="Title 2 (title)"/>
          <p:cNvSpPr>
            <a:spLocks noGrp="1"/>
          </p:cNvSpPr>
          <p:nvPr>
            <p:ph type="title" hasCustomPrompt="1"/>
          </p:nvPr>
        </p:nvSpPr>
        <p:spPr>
          <a:xfrm>
            <a:off x="822960" y="1783080"/>
            <a:ext cx="6583680" cy="1691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Paper title</a:t>
            </a:r>
          </a:p>
        </p:txBody>
      </p:sp>
      <p:sp>
        <p:nvSpPr>
          <p:cNvPr id="4" name="Text 3 (authors)"/>
          <p:cNvSpPr>
            <a:spLocks noGrp="1"/>
          </p:cNvSpPr>
          <p:nvPr>
            <p:ph type="body" idx="14" hasCustomPrompt="1"/>
          </p:nvPr>
        </p:nvSpPr>
        <p:spPr>
          <a:xfrm>
            <a:off x="822960" y="3611880"/>
            <a:ext cx="6583680" cy="7315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First author, …, last author</a:t>
            </a:r>
          </a:p>
        </p:txBody>
      </p:sp>
      <p:sp>
        <p:nvSpPr>
          <p:cNvPr id="5" name="Text 4 (citation)"/>
          <p:cNvSpPr>
            <a:spLocks noGrp="1"/>
          </p:cNvSpPr>
          <p:nvPr>
            <p:ph type="body" idx="15" hasCustomPrompt="1"/>
          </p:nvPr>
        </p:nvSpPr>
        <p:spPr>
          <a:xfrm>
            <a:off x="822960" y="4434840"/>
            <a:ext cx="6583680" cy="5029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Journal · year · DOI</a:t>
            </a:r>
          </a:p>
        </p:txBody>
      </p:sp>
      <p:sp>
        <p:nvSpPr>
          <p:cNvPr id="6" name="Text 5 (presenter)"/>
          <p:cNvSpPr>
            <a:spLocks noGrp="1"/>
          </p:cNvSpPr>
          <p:nvPr>
            <p:ph type="body" idx="16" hasCustomPrompt="1"/>
          </p:nvPr>
        </p:nvSpPr>
        <p:spPr>
          <a:xfrm>
            <a:off x="822960" y="5257800"/>
            <a:ext cx="6583680" cy="32004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Presented by …</a:t>
            </a:r>
          </a:p>
        </p:txBody>
      </p:sp>
      <p:sp>
        <p:nvSpPr>
          <p:cNvPr id="7" name="Picture 6 (image)"/>
          <p:cNvSpPr>
            <a:spLocks noGrp="1"/>
          </p:cNvSpPr>
          <p:nvPr>
            <p:ph type="pic" idx="17" hasCustomPrompt="1"/>
          </p:nvPr>
        </p:nvSpPr>
        <p:spPr>
          <a:xfrm>
            <a:off x="7772400" y="822960"/>
            <a:ext cx="3870655" cy="52120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Figure · export at 4.23 × 5.70 in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 (number)"/>
          <p:cNvSpPr>
            <a:spLocks noGrp="1"/>
          </p:cNvSpPr>
          <p:nvPr>
            <p:ph type="body" idx="13" hasCustomPrompt="1"/>
          </p:nvPr>
        </p:nvSpPr>
        <p:spPr>
          <a:xfrm>
            <a:off x="822960" y="2103120"/>
            <a:ext cx="10545775" cy="7315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3" name="Title 2 (title)"/>
          <p:cNvSpPr>
            <a:spLocks noGrp="1"/>
          </p:cNvSpPr>
          <p:nvPr>
            <p:ph type="title" hasCustomPrompt="1"/>
          </p:nvPr>
        </p:nvSpPr>
        <p:spPr>
          <a:xfrm>
            <a:off x="822960" y="2880360"/>
            <a:ext cx="10545775" cy="1188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4" name="Text 3 (subtitle)"/>
          <p:cNvSpPr>
            <a:spLocks noGrp="1"/>
          </p:cNvSpPr>
          <p:nvPr>
            <p:ph type="body" idx="14" hasCustomPrompt="1"/>
          </p:nvPr>
        </p:nvSpPr>
        <p:spPr>
          <a:xfrm>
            <a:off x="822960" y="4206240"/>
            <a:ext cx="10545775" cy="6400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One line on what this part shows</a:t>
            </a: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 (kicker)"/>
          <p:cNvSpPr>
            <a:spLocks noGrp="1"/>
          </p:cNvSpPr>
          <p:nvPr>
            <p:ph type="body" idx="13" hasCustomPrompt="1"/>
          </p:nvPr>
        </p:nvSpPr>
        <p:spPr>
          <a:xfrm>
            <a:off x="822960" y="2148840"/>
            <a:ext cx="10545775" cy="2743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kern="1200" cap="all" spc="1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Key question</a:t>
            </a:r>
          </a:p>
        </p:txBody>
      </p:sp>
      <p:sp>
        <p:nvSpPr>
          <p:cNvPr id="3" name="Title 2 (text)"/>
          <p:cNvSpPr>
            <a:spLocks noGrp="1"/>
          </p:cNvSpPr>
          <p:nvPr>
            <p:ph type="title" hasCustomPrompt="1"/>
          </p:nvPr>
        </p:nvSpPr>
        <p:spPr>
          <a:xfrm>
            <a:off x="822960" y="2651760"/>
            <a:ext cx="10545775" cy="237744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One sentence the audience must remember</a:t>
            </a:r>
          </a:p>
        </p:txBody>
      </p:sp>
      <p:sp>
        <p:nvSpPr>
          <p:cNvPr id="4" name="Text 3 (source)"/>
          <p:cNvSpPr>
            <a:spLocks noGrp="1"/>
          </p:cNvSpPr>
          <p:nvPr>
            <p:ph type="body" idx="14" hasCustomPrompt="1"/>
          </p:nvPr>
        </p:nvSpPr>
        <p:spPr>
          <a:xfrm>
            <a:off x="822960" y="5989320"/>
            <a:ext cx="9814255" cy="4572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Source or note: citation, n, test, error bars</a:t>
            </a:r>
          </a:p>
        </p:txBody>
      </p:sp>
      <p:sp>
        <p:nvSpPr>
          <p:cNvPr id="5" name="Slide Number 4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Headline: one full sentence that states the finding</a:t>
            </a:r>
          </a:p>
        </p:txBody>
      </p:sp>
      <p:sp>
        <p:nvSpPr>
          <p:cNvPr id="3" name="Picture 2 (image)"/>
          <p:cNvSpPr>
            <a:spLocks noGrp="1"/>
          </p:cNvSpPr>
          <p:nvPr>
            <p:ph type="pic" idx="13" hasCustomPrompt="1"/>
          </p:nvPr>
        </p:nvSpPr>
        <p:spPr>
          <a:xfrm>
            <a:off x="548640" y="1600200"/>
            <a:ext cx="11094415" cy="434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Figure · export at 12.13 × 4.75 in</a:t>
            </a:r>
          </a:p>
        </p:txBody>
      </p:sp>
      <p:sp>
        <p:nvSpPr>
          <p:cNvPr id="4" name="Text 3 (source)"/>
          <p:cNvSpPr>
            <a:spLocks noGrp="1"/>
          </p:cNvSpPr>
          <p:nvPr>
            <p:ph type="body" idx="14" hasCustomPrompt="1"/>
          </p:nvPr>
        </p:nvSpPr>
        <p:spPr>
          <a:xfrm>
            <a:off x="548640" y="5989320"/>
            <a:ext cx="10088575" cy="4572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Source or note: citation, n, test, error bars</a:t>
            </a:r>
          </a:p>
        </p:txBody>
      </p:sp>
      <p:sp>
        <p:nvSpPr>
          <p:cNvPr id="5" name="Slide Number 4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6" name="Headline rule"/>
          <p:cNvSpPr>
            <a:spLocks noGrp="1" noSelect="1" noMove="1" noResize="1"/>
          </p:cNvSpPr>
          <p:nvPr userDrawn="1"/>
        </p:nvSpPr>
        <p:spPr>
          <a:xfrm>
            <a:off x="548640" y="1412558"/>
            <a:ext cx="1109441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Headline mark"/>
          <p:cNvSpPr>
            <a:spLocks noGrp="1" noSelect="1" noMove="1" noResize="1"/>
          </p:cNvSpPr>
          <p:nvPr userDrawn="1"/>
        </p:nvSpPr>
        <p:spPr>
          <a:xfrm>
            <a:off x="548640" y="139192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Fig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Headline: one full sentence that states the finding</a:t>
            </a:r>
          </a:p>
        </p:txBody>
      </p:sp>
      <p:sp>
        <p:nvSpPr>
          <p:cNvPr id="3" name="Picture 2 (image)"/>
          <p:cNvSpPr>
            <a:spLocks noGrp="1"/>
          </p:cNvSpPr>
          <p:nvPr>
            <p:ph type="pic" idx="13" hasCustomPrompt="1"/>
          </p:nvPr>
        </p:nvSpPr>
        <p:spPr>
          <a:xfrm>
            <a:off x="548640" y="1600200"/>
            <a:ext cx="6949440" cy="434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Figure · export at 7.60 × 4.75 in</a:t>
            </a:r>
          </a:p>
        </p:txBody>
      </p:sp>
      <p:sp>
        <p:nvSpPr>
          <p:cNvPr id="4" name="Text 3 (text)"/>
          <p:cNvSpPr>
            <a:spLocks noGrp="1"/>
          </p:cNvSpPr>
          <p:nvPr>
            <p:ph type="body" idx="14" hasCustomPrompt="1"/>
          </p:nvPr>
        </p:nvSpPr>
        <p:spPr>
          <a:xfrm>
            <a:off x="7863840" y="1600200"/>
            <a:ext cx="3779215" cy="43434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256032" indent="-256032" algn="l" defTabSz="4572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2064" indent="-256032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–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8096" indent="-256032" algn="l" defTabSz="4572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r>
              <a:rPr lang="en-US"/>
              <a:t>Two to four short points</a:t>
            </a:r>
          </a:p>
        </p:txBody>
      </p:sp>
      <p:sp>
        <p:nvSpPr>
          <p:cNvPr id="5" name="Text 4 (source)"/>
          <p:cNvSpPr>
            <a:spLocks noGrp="1"/>
          </p:cNvSpPr>
          <p:nvPr>
            <p:ph type="body" idx="15" hasCustomPrompt="1"/>
          </p:nvPr>
        </p:nvSpPr>
        <p:spPr>
          <a:xfrm>
            <a:off x="548640" y="5989320"/>
            <a:ext cx="10088575" cy="4572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Source or note: citation, n, test, error bars</a:t>
            </a:r>
          </a:p>
        </p:txBody>
      </p:sp>
      <p:sp>
        <p:nvSpPr>
          <p:cNvPr id="6" name="Slide Number 5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7" name="Headline rule"/>
          <p:cNvSpPr>
            <a:spLocks noGrp="1" noSelect="1" noMove="1" noResize="1"/>
          </p:cNvSpPr>
          <p:nvPr userDrawn="1"/>
        </p:nvSpPr>
        <p:spPr>
          <a:xfrm>
            <a:off x="548640" y="1412558"/>
            <a:ext cx="1109441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Headline mark"/>
          <p:cNvSpPr>
            <a:spLocks noGrp="1" noSelect="1" noMove="1" noResize="1"/>
          </p:cNvSpPr>
          <p:nvPr userDrawn="1"/>
        </p:nvSpPr>
        <p:spPr>
          <a:xfrm>
            <a:off x="548640" y="139192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Headline: one full sentence that states the finding</a:t>
            </a:r>
          </a:p>
        </p:txBody>
      </p:sp>
      <p:sp>
        <p:nvSpPr>
          <p:cNvPr id="3" name="Text 2 (left_label)"/>
          <p:cNvSpPr>
            <a:spLocks noGrp="1"/>
          </p:cNvSpPr>
          <p:nvPr>
            <p:ph type="body" idx="15" hasCustomPrompt="1"/>
          </p:nvPr>
        </p:nvSpPr>
        <p:spPr>
          <a:xfrm>
            <a:off x="548640" y="1600200"/>
            <a:ext cx="5364328" cy="4114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Left panel label</a:t>
            </a:r>
          </a:p>
        </p:txBody>
      </p:sp>
      <p:sp>
        <p:nvSpPr>
          <p:cNvPr id="4" name="Picture 3 (left_image)"/>
          <p:cNvSpPr>
            <a:spLocks noGrp="1"/>
          </p:cNvSpPr>
          <p:nvPr>
            <p:ph type="pic" idx="13" hasCustomPrompt="1"/>
          </p:nvPr>
        </p:nvSpPr>
        <p:spPr>
          <a:xfrm>
            <a:off x="548640" y="2057400"/>
            <a:ext cx="5364328" cy="3886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Figure · export at 5.87 × 4.25 in</a:t>
            </a:r>
          </a:p>
        </p:txBody>
      </p:sp>
      <p:sp>
        <p:nvSpPr>
          <p:cNvPr id="5" name="Text 4 (right_label)"/>
          <p:cNvSpPr>
            <a:spLocks noGrp="1"/>
          </p:cNvSpPr>
          <p:nvPr>
            <p:ph type="body" idx="16" hasCustomPrompt="1"/>
          </p:nvPr>
        </p:nvSpPr>
        <p:spPr>
          <a:xfrm>
            <a:off x="6278728" y="1600200"/>
            <a:ext cx="5364328" cy="4114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Right panel label</a:t>
            </a:r>
          </a:p>
        </p:txBody>
      </p:sp>
      <p:sp>
        <p:nvSpPr>
          <p:cNvPr id="6" name="Picture 5 (right_image)"/>
          <p:cNvSpPr>
            <a:spLocks noGrp="1"/>
          </p:cNvSpPr>
          <p:nvPr>
            <p:ph type="pic" idx="14" hasCustomPrompt="1"/>
          </p:nvPr>
        </p:nvSpPr>
        <p:spPr>
          <a:xfrm>
            <a:off x="6278728" y="2057400"/>
            <a:ext cx="5364328" cy="3886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Figure · export at 5.87 × 4.25 in</a:t>
            </a:r>
          </a:p>
        </p:txBody>
      </p:sp>
      <p:sp>
        <p:nvSpPr>
          <p:cNvPr id="7" name="Text 6 (source)"/>
          <p:cNvSpPr>
            <a:spLocks noGrp="1"/>
          </p:cNvSpPr>
          <p:nvPr>
            <p:ph type="body" idx="17" hasCustomPrompt="1"/>
          </p:nvPr>
        </p:nvSpPr>
        <p:spPr>
          <a:xfrm>
            <a:off x="548640" y="5989320"/>
            <a:ext cx="10088575" cy="4572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Source or note: citation, n, test, error bars</a:t>
            </a:r>
          </a:p>
        </p:txBody>
      </p:sp>
      <p:sp>
        <p:nvSpPr>
          <p:cNvPr id="8" name="Slide Number 7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9" name="Headline rule"/>
          <p:cNvSpPr>
            <a:spLocks noGrp="1" noSelect="1" noMove="1" noResize="1"/>
          </p:cNvSpPr>
          <p:nvPr userDrawn="1"/>
        </p:nvSpPr>
        <p:spPr>
          <a:xfrm>
            <a:off x="548640" y="1412558"/>
            <a:ext cx="1109441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Headline mark"/>
          <p:cNvSpPr>
            <a:spLocks noGrp="1" noSelect="1" noMove="1" noResize="1"/>
          </p:cNvSpPr>
          <p:nvPr userDrawn="1"/>
        </p:nvSpPr>
        <p:spPr>
          <a:xfrm>
            <a:off x="548640" y="139192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Headline: one full sentence that states the finding</a:t>
            </a:r>
          </a:p>
        </p:txBody>
      </p:sp>
      <p:sp>
        <p:nvSpPr>
          <p:cNvPr id="3" name="Text 2 (text)"/>
          <p:cNvSpPr>
            <a:spLocks noGrp="1"/>
          </p:cNvSpPr>
          <p:nvPr>
            <p:ph type="body" idx="1" hasCustomPrompt="1"/>
          </p:nvPr>
        </p:nvSpPr>
        <p:spPr>
          <a:xfrm>
            <a:off x="548640" y="1600200"/>
            <a:ext cx="8229600" cy="43434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256032" indent="-256032" algn="l" defTabSz="4572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2064" indent="-256032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–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8096" indent="-256032" algn="l" defTabSz="4572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r>
              <a:rPr lang="en-US"/>
              <a:t>Three to five short points</a:t>
            </a:r>
          </a:p>
        </p:txBody>
      </p:sp>
      <p:sp>
        <p:nvSpPr>
          <p:cNvPr id="4" name="Text 3 (source)"/>
          <p:cNvSpPr>
            <a:spLocks noGrp="1"/>
          </p:cNvSpPr>
          <p:nvPr>
            <p:ph type="body" idx="14" hasCustomPrompt="1"/>
          </p:nvPr>
        </p:nvSpPr>
        <p:spPr>
          <a:xfrm>
            <a:off x="548640" y="5989320"/>
            <a:ext cx="10088575" cy="4572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Source or note: citation, n, test, error bars</a:t>
            </a:r>
          </a:p>
        </p:txBody>
      </p:sp>
      <p:sp>
        <p:nvSpPr>
          <p:cNvPr id="5" name="Slide Number 4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6" name="Headline rule"/>
          <p:cNvSpPr>
            <a:spLocks noGrp="1" noSelect="1" noMove="1" noResize="1"/>
          </p:cNvSpPr>
          <p:nvPr userDrawn="1"/>
        </p:nvSpPr>
        <p:spPr>
          <a:xfrm>
            <a:off x="548640" y="1412558"/>
            <a:ext cx="1109441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Headline mark"/>
          <p:cNvSpPr>
            <a:spLocks noGrp="1" noSelect="1" noMove="1" noResize="1"/>
          </p:cNvSpPr>
          <p:nvPr userDrawn="1"/>
        </p:nvSpPr>
        <p:spPr>
          <a:xfrm>
            <a:off x="548640" y="139192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Headline: one full sentence that states the finding</a:t>
            </a:r>
          </a:p>
        </p:txBody>
      </p:sp>
      <p:sp>
        <p:nvSpPr>
          <p:cNvPr id="3" name="Text 2 (left_heading)"/>
          <p:cNvSpPr>
            <a:spLocks noGrp="1"/>
          </p:cNvSpPr>
          <p:nvPr>
            <p:ph type="body" idx="13" hasCustomPrompt="1"/>
          </p:nvPr>
        </p:nvSpPr>
        <p:spPr>
          <a:xfrm>
            <a:off x="548640" y="1600200"/>
            <a:ext cx="5364328" cy="4114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Left heading</a:t>
            </a:r>
          </a:p>
        </p:txBody>
      </p:sp>
      <p:sp>
        <p:nvSpPr>
          <p:cNvPr id="4" name="Text 3 (left_text)"/>
          <p:cNvSpPr>
            <a:spLocks noGrp="1"/>
          </p:cNvSpPr>
          <p:nvPr>
            <p:ph type="body" idx="14" hasCustomPrompt="1"/>
          </p:nvPr>
        </p:nvSpPr>
        <p:spPr>
          <a:xfrm>
            <a:off x="548640" y="2103120"/>
            <a:ext cx="5364328" cy="38404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256032" indent="-256032" algn="l" defTabSz="4572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2064" indent="-256032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–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8096" indent="-256032" algn="l" defTabSz="4572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r>
              <a:rPr lang="en-US"/>
              <a:t>Points</a:t>
            </a:r>
          </a:p>
        </p:txBody>
      </p:sp>
      <p:sp>
        <p:nvSpPr>
          <p:cNvPr id="5" name="Text 4 (right_heading)"/>
          <p:cNvSpPr>
            <a:spLocks noGrp="1"/>
          </p:cNvSpPr>
          <p:nvPr>
            <p:ph type="body" idx="15" hasCustomPrompt="1"/>
          </p:nvPr>
        </p:nvSpPr>
        <p:spPr>
          <a:xfrm>
            <a:off x="6278728" y="1600200"/>
            <a:ext cx="5364328" cy="4114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Right heading</a:t>
            </a:r>
          </a:p>
        </p:txBody>
      </p:sp>
      <p:sp>
        <p:nvSpPr>
          <p:cNvPr id="6" name="Text 5 (right_text)"/>
          <p:cNvSpPr>
            <a:spLocks noGrp="1"/>
          </p:cNvSpPr>
          <p:nvPr>
            <p:ph type="body" idx="16" hasCustomPrompt="1"/>
          </p:nvPr>
        </p:nvSpPr>
        <p:spPr>
          <a:xfrm>
            <a:off x="6278728" y="2103120"/>
            <a:ext cx="5364328" cy="38404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256032" indent="-256032" algn="l" defTabSz="4572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2064" indent="-256032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–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8096" indent="-256032" algn="l" defTabSz="4572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r>
              <a:rPr lang="en-US"/>
              <a:t>Points</a:t>
            </a:r>
          </a:p>
        </p:txBody>
      </p:sp>
      <p:sp>
        <p:nvSpPr>
          <p:cNvPr id="7" name="Text 6 (source)"/>
          <p:cNvSpPr>
            <a:spLocks noGrp="1"/>
          </p:cNvSpPr>
          <p:nvPr>
            <p:ph type="body" idx="17" hasCustomPrompt="1"/>
          </p:nvPr>
        </p:nvSpPr>
        <p:spPr>
          <a:xfrm>
            <a:off x="548640" y="5989320"/>
            <a:ext cx="10088575" cy="4572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Source or note: citation, n, test, error bars</a:t>
            </a:r>
          </a:p>
        </p:txBody>
      </p:sp>
      <p:sp>
        <p:nvSpPr>
          <p:cNvPr id="8" name="Slide Number 7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9" name="Headline rule"/>
          <p:cNvSpPr>
            <a:spLocks noGrp="1" noSelect="1" noMove="1" noResize="1"/>
          </p:cNvSpPr>
          <p:nvPr userDrawn="1"/>
        </p:nvSpPr>
        <p:spPr>
          <a:xfrm>
            <a:off x="548640" y="1412558"/>
            <a:ext cx="1109441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Headline mark"/>
          <p:cNvSpPr>
            <a:spLocks noGrp="1" noSelect="1" noMove="1" noResize="1"/>
          </p:cNvSpPr>
          <p:nvPr userDrawn="1"/>
        </p:nvSpPr>
        <p:spPr>
          <a:xfrm>
            <a:off x="548640" y="139192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Headline: one full sentence that states the finding</a:t>
            </a:r>
          </a:p>
        </p:txBody>
      </p:sp>
      <p:sp>
        <p:nvSpPr>
          <p:cNvPr id="3" name="Text 2 (source)"/>
          <p:cNvSpPr>
            <a:spLocks noGrp="1"/>
          </p:cNvSpPr>
          <p:nvPr>
            <p:ph type="body" idx="13" hasCustomPrompt="1"/>
          </p:nvPr>
        </p:nvSpPr>
        <p:spPr>
          <a:xfrm>
            <a:off x="548640" y="5989320"/>
            <a:ext cx="10088575" cy="4572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Source or note: citation, n, test, error bars</a:t>
            </a:r>
          </a:p>
        </p:txBody>
      </p:sp>
      <p:sp>
        <p:nvSpPr>
          <p:cNvPr id="4" name="Slide Number 3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5" name="Headline rule"/>
          <p:cNvSpPr>
            <a:spLocks noGrp="1" noSelect="1" noMove="1" noResize="1"/>
          </p:cNvSpPr>
          <p:nvPr userDrawn="1"/>
        </p:nvSpPr>
        <p:spPr>
          <a:xfrm>
            <a:off x="548640" y="1412558"/>
            <a:ext cx="1109441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Headline mark"/>
          <p:cNvSpPr>
            <a:spLocks noGrp="1" noSelect="1" noMove="1" noResize="1"/>
          </p:cNvSpPr>
          <p:nvPr userDrawn="1"/>
        </p:nvSpPr>
        <p:spPr>
          <a:xfrm>
            <a:off x="548640" y="139192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Headline: one full sentence that states the finding</a:t>
            </a:r>
          </a:p>
        </p:txBody>
      </p:sp>
      <p:sp>
        <p:nvSpPr>
          <p:cNvPr id="3" name="Text 2 (points)"/>
          <p:cNvSpPr>
            <a:spLocks noGrp="1"/>
          </p:cNvSpPr>
          <p:nvPr>
            <p:ph type="body" idx="13" hasCustomPrompt="1"/>
          </p:nvPr>
        </p:nvSpPr>
        <p:spPr>
          <a:xfrm>
            <a:off x="548640" y="1600200"/>
            <a:ext cx="9144000" cy="333756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457200" indent="-45720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+mj-lt"/>
              <a:buAutoNum type="arabicPlain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Two to four take-home messages</a:t>
            </a:r>
          </a:p>
        </p:txBody>
      </p:sp>
      <p:sp>
        <p:nvSpPr>
          <p:cNvPr id="4" name="Text 3 (acknowledgements)"/>
          <p:cNvSpPr>
            <a:spLocks noGrp="1"/>
          </p:cNvSpPr>
          <p:nvPr>
            <p:ph type="body" idx="14" hasCustomPrompt="1"/>
          </p:nvPr>
        </p:nvSpPr>
        <p:spPr>
          <a:xfrm>
            <a:off x="548640" y="5029200"/>
            <a:ext cx="10088575" cy="6858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400" b="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Acknowledgements</a:t>
            </a:r>
          </a:p>
        </p:txBody>
      </p:sp>
      <p:sp>
        <p:nvSpPr>
          <p:cNvPr id="5" name="Text 4 (contact)"/>
          <p:cNvSpPr>
            <a:spLocks noGrp="1"/>
          </p:cNvSpPr>
          <p:nvPr>
            <p:ph type="body" idx="15" hasCustomPrompt="1"/>
          </p:nvPr>
        </p:nvSpPr>
        <p:spPr>
          <a:xfrm>
            <a:off x="548640" y="6080760"/>
            <a:ext cx="10088575" cy="36576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Email · code · preprint</a:t>
            </a:r>
          </a:p>
        </p:txBody>
      </p:sp>
      <p:sp>
        <p:nvSpPr>
          <p:cNvPr id="6" name="Slide Number 5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7" name="Headline rule"/>
          <p:cNvSpPr>
            <a:spLocks noGrp="1" noSelect="1" noMove="1" noResize="1"/>
          </p:cNvSpPr>
          <p:nvPr userDrawn="1"/>
        </p:nvSpPr>
        <p:spPr>
          <a:xfrm>
            <a:off x="548640" y="1412558"/>
            <a:ext cx="1109441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Headline mark"/>
          <p:cNvSpPr>
            <a:spLocks noGrp="1" noSelect="1" noMove="1" noResize="1"/>
          </p:cNvSpPr>
          <p:nvPr userDrawn="1"/>
        </p:nvSpPr>
        <p:spPr>
          <a:xfrm>
            <a:off x="548640" y="139192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Text 2 (text)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415" cy="43434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256032" indent="-256032" algn="l" defTabSz="4572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2064" indent="-256032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–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8096" indent="-256032" algn="l" defTabSz="4572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r>
              <a:rPr lang="en-US"/>
              <a:t>Text</a:t>
            </a:r>
          </a:p>
        </p:txBody>
      </p:sp>
      <p:sp>
        <p:nvSpPr>
          <p:cNvPr id="4" name="Slide Number 3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5" name="Bottom bar"/>
          <p:cNvSpPr>
            <a:spLocks noGrp="1" noSelect="1" noMove="1" noResize="1"/>
          </p:cNvSpPr>
          <p:nvPr userDrawn="1"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indent="0" algn="l" defTabSz="457200" rtl="0" eaLnBrk="1" latinLnBrk="0" hangingPunct="1">
        <a:lnSpc>
          <a:spcPct val="95000"/>
        </a:lnSpc>
        <a:spcBef>
          <a:spcPts val="0"/>
        </a:spcBef>
        <a:spcAft>
          <a:spcPts val="0"/>
        </a:spcAft>
        <a:buNone/>
        <a:defRPr sz="3000" b="1" kern="120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256032" indent="-256032" algn="l" defTabSz="457200" rtl="0" eaLnBrk="1" latinLnBrk="0" hangingPunct="1">
        <a:lnSpc>
          <a:spcPct val="100000"/>
        </a:lnSpc>
        <a:spcBef>
          <a:spcPts val="14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12064" indent="-256032" algn="l" defTabSz="45720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rgbClr val="4D4D4D"/>
        </a:buClr>
        <a:buSzPct val="100000"/>
        <a:buFont typeface="Arial"/>
        <a:buChar char="–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768096" indent="-256032" algn="l" defTabSz="4572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Clr>
          <a:srgbClr val="4D4D4D"/>
        </a:buClr>
        <a:buSzPct val="100000"/>
        <a:buFont typeface="Arial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256032" algn="l" defTabSz="4572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Clr>
          <a:srgbClr val="4D4D4D"/>
        </a:buClr>
        <a:buSzPct val="100000"/>
        <a:buFont typeface="Arial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56032" algn="l" defTabSz="4572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Clr>
          <a:srgbClr val="4D4D4D"/>
        </a:buClr>
        <a:buSzPct val="100000"/>
        <a:buFont typeface="Arial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536192" indent="-256032" algn="l" defTabSz="4572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Clr>
          <a:srgbClr val="4D4D4D"/>
        </a:buClr>
        <a:buSzPct val="100000"/>
        <a:buFont typeface="Arial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1792224" indent="-256032" algn="l" defTabSz="4572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Clr>
          <a:srgbClr val="4D4D4D"/>
        </a:buClr>
        <a:buSzPct val="100000"/>
        <a:buFont typeface="Arial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048256" indent="-256032" algn="l" defTabSz="4572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Clr>
          <a:srgbClr val="4D4D4D"/>
        </a:buClr>
        <a:buSzPct val="100000"/>
        <a:buFont typeface="Arial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2304288" indent="-256032" algn="l" defTabSz="4572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Clr>
          <a:srgbClr val="4D4D4D"/>
        </a:buClr>
        <a:buSzPct val="100000"/>
        <a:buFont typeface="Arial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lide-studio academic">
  <a:themeElements>
    <a:clrScheme name="slide-studio academic">
      <a:dk1>
        <a:srgbClr val="1A1A1A"/>
      </a:dk1>
      <a:lt1>
        <a:srgbClr val="FFFFFF"/>
      </a:lt1>
      <a:dk2>
        <a:srgbClr val="4D4D4D"/>
      </a:dk2>
      <a:lt2>
        <a:srgbClr val="F2F2F2"/>
      </a:lt2>
      <a:accent1>
        <a:srgbClr val="002FA7"/>
      </a:accent1>
      <a:accent2>
        <a:srgbClr val="D55E00"/>
      </a:accent2>
      <a:accent3>
        <a:srgbClr val="009E73"/>
      </a:accent3>
      <a:accent4>
        <a:srgbClr val="E69F00"/>
      </a:accent4>
      <a:accent5>
        <a:srgbClr val="56B4E9"/>
      </a:accent5>
      <a:accent6>
        <a:srgbClr val="CC79A7"/>
      </a:accent6>
      <a:hlink>
        <a:srgbClr val="002FA7"/>
      </a:hlink>
      <a:folHlink>
        <a:srgbClr val="6B4C9A"/>
      </a:folHlink>
    </a:clrScheme>
    <a:fontScheme name="slide-studio academic">
      <a:majorFont>
        <a:latin typeface="Arial"/>
        <a:ea typeface="DengXian"/>
        <a:cs typeface=""/>
        <a:font script="Hans" typeface="DengXian"/>
        <a:font script="Hant" typeface="DengXian"/>
      </a:majorFont>
      <a:minorFont>
        <a:latin typeface="Arial"/>
        <a:ea typeface="DengXian"/>
        <a:cs typeface=""/>
        <a:font script="Hans" typeface="DengXian"/>
        <a:font script="Hant" typeface="DengXian"/>
      </a:minorFont>
    </a:fontScheme>
    <a:fmtScheme name="Fl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noFill/>
        <a:ln w="19050">
          <a:solidFill>
            <a:schemeClr val="accent1"/>
          </a:solidFill>
        </a:ln>
      </a:spPr>
      <a:bodyPr rtlCol="0" anchor="ctr"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0</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template</dc:title>
  <dc:creator>slide-studio</dc:creator>
  <cp:lastModifiedBy>slide-studio</cp:lastModifiedBy>
  <cp:revision>1</cp:revision>
  <dcterms:created xsi:type="dcterms:W3CDTF">2026-01-01T00:00:00Z</dcterms:created>
  <dcterms:modified xsi:type="dcterms:W3CDTF">2026-01-01T00:00:00Z</dcterms:modified>
</cp:coreProperties>
</file>